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2B55">
              <a:alpha val="45000"/>
            </a:srgbClr>
          </a:solidFill>
          <a:ln w="12700">
            <a:solidFill>
              <a:srgbClr val="0D2B55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🧠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Knowledge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&amp; IPv6 Edition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56032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56032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256032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4015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peeking 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Internet Protocol uses a 128-bit address?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IPv2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IPv4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IPv5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IPv6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Internet Protocol uses a 128-bit address?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IPv2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IPv4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IPv5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6517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IPv6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IPv6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total addresses does IPv4 approximately support?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4.3 Million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4.3 Billion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340 Billion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Unlimited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total addresses does IPv4 approximately support?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4.3 Million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5544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4.3 Billion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340 Billion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Unlimited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4.3 Billion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notation format is used in IPv6 addresses?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Binary Notation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Dotted Decimal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Colon Hexadecimal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Octal Format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notation format is used in IPv6 addresses?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Binary Notation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Dotted Decimal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517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Colon Hexadecimal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Octal Format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Colon Hexadecimal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reason IPv6 was introduced?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Faster internet speed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To replace routers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IPv4 address exhaustion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Reduce packet size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reason IPv6 was introduced?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Faster internet speed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To replace routers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517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IPv4 address exhaustion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Reduce packet size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IPv4 address exhaustion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 is mandatory in IPv6 but optional in IPv4?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DHCP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IPsec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Fragmentation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 is mandatory in IPv6 but optional in IPv4?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DHCP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517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IPsec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Fragmentation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IPsec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IPv6, broadcast communication is replaced by: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ARP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Multicast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NAT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Tunneling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IPv6, broadcast communication is replaced by: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ARP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5544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Multicast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NAT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Tunneling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Multicast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TTL in IPv4 help prevent?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Address duplication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Packet encryption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Infinite routing loops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Packet compression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TTL in IPv4 help prevent?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Address duplication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Packet encryption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517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Infinite routing loops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Packet compression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Infinite routing loops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country has the highest IPv6 adoption rate (per the presentation)?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Nepal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China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India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USA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country has the highest IPv6 adoption rate (per the presentation)?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Nepal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China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517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India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USA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India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fixed header size of IPv6?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20 bytes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32 bytes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40 bytes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60 bytes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fixed header size of IPv6?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20 bytes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32 bytes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517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40 bytes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60 bytes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40 bytes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transition technique allows IPv4 and IPv6 to run together?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E4D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Multicasting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9160" y="2286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860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Dual Stack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Fragmentation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160520" cy="914400"/>
          </a:xfrm>
          <a:prstGeom prst="rect">
            <a:avLst/>
          </a:prstGeom>
          <a:solidFill>
            <a:srgbClr val="0A1628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429000"/>
            <a:ext cx="109728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Encryption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Think about it before going to the next slide!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— Question 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transition technique allows IPv4 and IPv6 to run together?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Multicasting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160520" cy="914400"/>
          </a:xfrm>
          <a:prstGeom prst="rect">
            <a:avLst/>
          </a:prstGeom>
          <a:solidFill>
            <a:srgbClr val="0D3D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5544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10328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Dual Stack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Fragmentation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651760"/>
            <a:ext cx="109728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Encryption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0D3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87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Dual Stack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D2B55">
              <a:alpha val="45000"/>
            </a:srgbClr>
          </a:solidFill>
          <a:ln w="12700">
            <a:solidFill>
              <a:srgbClr val="0D2B5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891B2">
              <a:alpha val="28000"/>
            </a:srgbClr>
          </a:solidFill>
          <a:ln w="12700">
            <a:solidFill>
              <a:srgbClr val="0891B2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74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🎉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Complete!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did you get right?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97764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/ 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Expert! 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834640"/>
            <a:ext cx="397764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834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/ 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Done! 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97764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/ 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38404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Studying! 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3840480"/>
            <a:ext cx="397764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/ 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8404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Slides 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Slides</dc:title>
  <dc:subject>PptxGenJS Presentation</dc:subject>
  <dc:creator>PptxGenJS</dc:creator>
  <cp:lastModifiedBy>PptxGenJS</cp:lastModifiedBy>
  <cp:revision>1</cp:revision>
  <dcterms:created xsi:type="dcterms:W3CDTF">2026-06-07T17:33:55Z</dcterms:created>
  <dcterms:modified xsi:type="dcterms:W3CDTF">2026-06-07T17:33:55Z</dcterms:modified>
</cp:coreProperties>
</file>